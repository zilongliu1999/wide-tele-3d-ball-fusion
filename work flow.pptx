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9E2C-8C2E-12A1-9E22-B22EC9451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35FE1-0600-4A0D-8F03-73464B574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6C845-12C5-AEBB-137A-187A97D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25669-CEA4-7F11-7E63-4406913B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4FB2-4C24-883C-DE5E-7542BEFC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6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CC1A-347B-6D65-94F2-26DC29EE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FBAB6-CF7A-D942-BBF6-6C39B5168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47B74-B09A-6E03-BE55-7AA39758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E723E-5F0A-7F3D-F2A3-5F9BAF0F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31A07-20BB-6472-E98F-6F06F4F3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74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060D-B590-3029-2E94-5C12AEEA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B78B6-70A8-363D-AEC2-0F1F9A041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F07E8-DC0C-8C49-72AD-33EA6B16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FED91-DBA1-847D-A417-74982DA5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4F0AA-66B9-A326-F57B-1D64B417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59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2D2C-A83C-0E7F-CDA1-D7927A11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730C-3513-FF64-20EB-ED9FAFF47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E5F36-9AB8-17F6-99A7-9AFD131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799CD-7D3A-4566-B0C4-622B989C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D9EF5-07B9-C62A-E377-5887D106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AF8A-132E-93EA-1230-3639F528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54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4DC9-83D1-0FF8-6445-B491E3EA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9BCCA-34EE-EB1B-4C73-1B1B0F857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E2053-898A-AC33-412A-A7CD5479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00D09-8377-3131-E82B-A9AD306AC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AC1E4-E430-0616-C8B9-BA22F5E0C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CC475-0826-4173-D13B-D50D2E04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D8D65-63FD-5669-3986-E945080D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25754-A806-601E-E901-C56F6A2F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10F4-F2DD-F9C7-D529-C54043D9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C8302-BC94-BAB8-43E5-767D248D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8BE88-79E5-5FEA-EF37-94803A4F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FFAE8-FB06-B452-E08F-9157EEEB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08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9CCE8-CC43-E23E-75AD-8DE464CF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1F35C-8CB3-CA00-E1DE-8510AF3E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0A6A8-05E5-3F1C-7FDA-78FFABFC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66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C685-8808-D18B-E0F2-EEF6F1B7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3BDB7-7EBD-3AD7-3CC9-8189E42F9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931DD-FFB5-BF82-2209-3B7F9FD14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4467D-AE4C-B73B-CE8B-D1BD9CE8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EA3DA-9F7E-997A-FF52-12F69AF9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98793-E9C6-3B59-1F68-0EFA9376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6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2894-9938-113C-2DB7-F6C02A6DE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45310-6B56-BC14-B583-78D4FB687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A5242-BFF3-37F7-6219-8F697E784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68F73-D748-C9EC-8E54-D1D8E80B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D4D47-9022-17EC-3DAB-388D42FE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7397B-14DC-9C3E-57E2-EB2915C1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50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2D38-3708-2765-2BAC-34DFAFE0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D752E-0AE4-EE96-D3A1-5172B48DE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18A71-3537-833F-B8E0-D01B4956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03816-5045-3CB4-D401-1AC16CAB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94F08-0F79-D2C5-7A8E-C8A0ED4B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62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81807-1CC4-CE3E-3F72-9208E50C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DB519-6CCA-38C6-B0A6-C8F8CC0A3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AB8A1-913E-FD98-28FE-0E98D563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4D335-7144-8547-A1D7-2146FE3A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CE52F-71DB-4009-718C-D2085B0C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27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1D025-B799-752A-7286-3ABA85E4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26FF1-E9D0-1F04-4299-C866C7C58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F3613-821C-76CA-AC7E-C8993EB61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883DF-1B06-41FD-B299-692ABF4C987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775AE-0D5F-A38D-C09F-75A7268B0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3F636-9E38-B1B7-91B6-4722D37D7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07432-C1AA-4267-8DC7-E35888DA8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38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D7DBF7-A65B-E616-1537-987D22378190}"/>
              </a:ext>
            </a:extLst>
          </p:cNvPr>
          <p:cNvSpPr/>
          <p:nvPr/>
        </p:nvSpPr>
        <p:spPr>
          <a:xfrm>
            <a:off x="613055" y="540327"/>
            <a:ext cx="1579419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Tele Image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376C8-ACAF-00FE-1907-C37F07760B7E}"/>
              </a:ext>
            </a:extLst>
          </p:cNvPr>
          <p:cNvSpPr/>
          <p:nvPr/>
        </p:nvSpPr>
        <p:spPr>
          <a:xfrm>
            <a:off x="613055" y="4251615"/>
            <a:ext cx="1579419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Wide Image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5D094-1363-9C67-83F7-AC37ED3D09FA}"/>
              </a:ext>
            </a:extLst>
          </p:cNvPr>
          <p:cNvSpPr/>
          <p:nvPr/>
        </p:nvSpPr>
        <p:spPr>
          <a:xfrm>
            <a:off x="3061848" y="2395971"/>
            <a:ext cx="2621975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Wide-Tele Registration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231B2-6092-D439-44E9-C49DEB722C4A}"/>
              </a:ext>
            </a:extLst>
          </p:cNvPr>
          <p:cNvSpPr/>
          <p:nvPr/>
        </p:nvSpPr>
        <p:spPr>
          <a:xfrm>
            <a:off x="3061848" y="540327"/>
            <a:ext cx="2621975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Subpixel Ball Detection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A6B5BE-5C10-CE60-FDEA-27572B90A801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192474" y="997527"/>
            <a:ext cx="86937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002DBE5-A7BC-87DF-F1B3-E414868C0039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2192474" y="997527"/>
            <a:ext cx="869374" cy="1855644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933924A-F296-3B36-540E-04462000E991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2192474" y="2853171"/>
            <a:ext cx="869374" cy="1855644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5C967-4400-56A3-494D-F4E383DA839B}"/>
              </a:ext>
            </a:extLst>
          </p:cNvPr>
          <p:cNvSpPr/>
          <p:nvPr/>
        </p:nvSpPr>
        <p:spPr>
          <a:xfrm>
            <a:off x="6698666" y="540327"/>
            <a:ext cx="1759525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Center / Radius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9AE244B-31AE-B73D-E246-1860C1248A7F}"/>
                  </a:ext>
                </a:extLst>
              </p:cNvPr>
              <p:cNvSpPr/>
              <p:nvPr/>
            </p:nvSpPr>
            <p:spPr>
              <a:xfrm>
                <a:off x="6698665" y="1747694"/>
                <a:ext cx="1759525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𝑡𝑒𝑙𝑒</m:t>
                          </m:r>
                          <m:r>
                            <m:rPr>
                              <m:nor/>
                            </m:rPr>
                            <a:rPr lang="zh-CN" altLang="en-US" smtClean="0">
                              <a:solidFill>
                                <a:schemeClr val="tx1"/>
                              </a:solidFill>
                            </a:rPr>
                            <m:t>→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𝑤𝑖𝑑𝑒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9AE244B-31AE-B73D-E246-1860C1248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665" y="1747694"/>
                <a:ext cx="1759525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5060AE7-560B-9CCC-AA64-BF535BC32734}"/>
                  </a:ext>
                </a:extLst>
              </p:cNvPr>
              <p:cNvSpPr/>
              <p:nvPr/>
            </p:nvSpPr>
            <p:spPr>
              <a:xfrm>
                <a:off x="6698665" y="2955061"/>
                <a:ext cx="1759525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400" smtClean="0">
                          <a:solidFill>
                            <a:schemeClr val="tx1"/>
                          </a:solidFill>
                        </a:rPr>
                        <m:t>Camera</m:t>
                      </m:r>
                      <m:r>
                        <m:rPr>
                          <m:nor/>
                        </m:rPr>
                        <a:rPr lang="en-US" altLang="zh-CN" sz="1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400" b="0" i="0" smtClean="0">
                          <a:solidFill>
                            <a:schemeClr val="tx1"/>
                          </a:solidFill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zh-CN" sz="1400" smtClean="0">
                          <a:solidFill>
                            <a:schemeClr val="tx1"/>
                          </a:solidFill>
                        </a:rPr>
                        <m:t>arameters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5060AE7-560B-9CCC-AA64-BF535BC32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665" y="2955061"/>
                <a:ext cx="1759525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BE4A077-8D99-496A-CFD5-3397ADEA3351}"/>
                  </a:ext>
                </a:extLst>
              </p:cNvPr>
              <p:cNvSpPr/>
              <p:nvPr/>
            </p:nvSpPr>
            <p:spPr>
              <a:xfrm>
                <a:off x="6698665" y="4162427"/>
                <a:ext cx="1759525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smtClean="0">
                          <a:solidFill>
                            <a:schemeClr val="tx1"/>
                          </a:solidFill>
                        </a:rPr>
                        <m:t>Sphere</m:t>
                      </m:r>
                      <m:r>
                        <m:rPr>
                          <m:nor/>
                        </m:rPr>
                        <a:rPr lang="en-US" altLang="zh-CN" sz="16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0" smtClean="0">
                          <a:solidFill>
                            <a:schemeClr val="tx1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CN" sz="1600" smtClean="0">
                          <a:solidFill>
                            <a:schemeClr val="tx1"/>
                          </a:solidFill>
                        </a:rPr>
                        <m:t>adius</m:t>
                      </m:r>
                      <m:r>
                        <m:rPr>
                          <m:nor/>
                        </m:rPr>
                        <a:rPr lang="en-US" altLang="zh-CN" sz="16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smtClean="0">
                          <a:solidFill>
                            <a:schemeClr val="tx1"/>
                          </a:solidFill>
                        </a:rPr>
                        <m:t>R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BE4A077-8D99-496A-CFD5-3397ADEA33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665" y="4162427"/>
                <a:ext cx="1759525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0DC0CE6-B08F-98AD-A07F-1316FD5D54F2}"/>
                  </a:ext>
                </a:extLst>
              </p:cNvPr>
              <p:cNvSpPr/>
              <p:nvPr/>
            </p:nvSpPr>
            <p:spPr>
              <a:xfrm>
                <a:off x="9320640" y="2395971"/>
                <a:ext cx="1759525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mtClean="0">
                          <a:solidFill>
                            <a:schemeClr val="tx1"/>
                          </a:solidFill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CN" smtClean="0">
                          <a:solidFill>
                            <a:schemeClr val="tx1"/>
                          </a:solidFill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mtClean="0">
                          <a:solidFill>
                            <a:schemeClr val="tx1"/>
                          </a:solidFill>
                        </a:rPr>
                        <m:t>fusion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0DC0CE6-B08F-98AD-A07F-1316FD5D5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640" y="2395971"/>
                <a:ext cx="1759525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C23A0A5-9DB3-CB2B-873F-0C51712EC03F}"/>
              </a:ext>
            </a:extLst>
          </p:cNvPr>
          <p:cNvCxnSpPr>
            <a:stCxn id="3" idx="2"/>
            <a:endCxn id="21" idx="2"/>
          </p:cNvCxnSpPr>
          <p:nvPr/>
        </p:nvCxnSpPr>
        <p:spPr>
          <a:xfrm rot="5400000" flipH="1" flipV="1">
            <a:off x="4873762" y="-160626"/>
            <a:ext cx="1855644" cy="8797638"/>
          </a:xfrm>
          <a:prstGeom prst="bentConnector3">
            <a:avLst>
              <a:gd name="adj1" fmla="val -12319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3D4911-039B-45FA-E1F6-D708C9CEA5E1}"/>
              </a:ext>
            </a:extLst>
          </p:cNvPr>
          <p:cNvCxnSpPr>
            <a:stCxn id="5" idx="3"/>
            <a:endCxn id="14" idx="1"/>
          </p:cNvCxnSpPr>
          <p:nvPr/>
        </p:nvCxnSpPr>
        <p:spPr>
          <a:xfrm>
            <a:off x="5683823" y="997527"/>
            <a:ext cx="10148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C01AD12-6395-A20F-E7C3-267525E63139}"/>
              </a:ext>
            </a:extLst>
          </p:cNvPr>
          <p:cNvCxnSpPr>
            <a:stCxn id="4" idx="3"/>
            <a:endCxn id="15" idx="1"/>
          </p:cNvCxnSpPr>
          <p:nvPr/>
        </p:nvCxnSpPr>
        <p:spPr>
          <a:xfrm flipV="1">
            <a:off x="5683823" y="2204894"/>
            <a:ext cx="1014842" cy="648277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4504EC1-3EA2-4BDC-BBC2-032028911CBB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8458190" y="2853171"/>
            <a:ext cx="862450" cy="1766456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3D4FB95-B631-C30F-E0F0-04DAE766DCC0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8458190" y="2853171"/>
            <a:ext cx="862450" cy="559090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6FEEDE4-8B79-7285-EFBF-DF050E5BA797}"/>
              </a:ext>
            </a:extLst>
          </p:cNvPr>
          <p:cNvCxnSpPr>
            <a:stCxn id="15" idx="3"/>
            <a:endCxn id="21" idx="1"/>
          </p:cNvCxnSpPr>
          <p:nvPr/>
        </p:nvCxnSpPr>
        <p:spPr>
          <a:xfrm>
            <a:off x="8458190" y="2204894"/>
            <a:ext cx="862450" cy="648277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605268B-AF6E-49C0-F686-C32C2E16CF14}"/>
              </a:ext>
            </a:extLst>
          </p:cNvPr>
          <p:cNvCxnSpPr>
            <a:stCxn id="14" idx="3"/>
            <a:endCxn id="21" idx="1"/>
          </p:cNvCxnSpPr>
          <p:nvPr/>
        </p:nvCxnSpPr>
        <p:spPr>
          <a:xfrm>
            <a:off x="8458191" y="997527"/>
            <a:ext cx="862449" cy="1855644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70D476E-C7C4-C037-C1B3-D078DE59D2C4}"/>
                  </a:ext>
                </a:extLst>
              </p:cNvPr>
              <p:cNvSpPr/>
              <p:nvPr/>
            </p:nvSpPr>
            <p:spPr>
              <a:xfrm>
                <a:off x="12095007" y="2395971"/>
                <a:ext cx="1759525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Tall Position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Y</m:t>
                    </m:r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Z</m:t>
                    </m:r>
                    <m:r>
                      <m:rPr>
                        <m:nor/>
                      </m:rPr>
                      <a:rPr lang="en-US" altLang="zh-CN" sz="1400" smtClean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70D476E-C7C4-C037-C1B3-D078DE59D2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5007" y="2395971"/>
                <a:ext cx="1759525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039B965-9A64-05C2-F564-D6D07AB219CB}"/>
              </a:ext>
            </a:extLst>
          </p:cNvPr>
          <p:cNvCxnSpPr>
            <a:cxnSpLocks/>
            <a:stCxn id="21" idx="3"/>
            <a:endCxn id="36" idx="1"/>
          </p:cNvCxnSpPr>
          <p:nvPr/>
        </p:nvCxnSpPr>
        <p:spPr>
          <a:xfrm>
            <a:off x="11080165" y="2853171"/>
            <a:ext cx="101484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849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Zilong Liu</dc:creator>
  <cp:lastModifiedBy>Zilong Liu</cp:lastModifiedBy>
  <cp:revision>2</cp:revision>
  <dcterms:created xsi:type="dcterms:W3CDTF">2026-04-16T20:40:53Z</dcterms:created>
  <dcterms:modified xsi:type="dcterms:W3CDTF">2026-04-16T20:55:33Z</dcterms:modified>
</cp:coreProperties>
</file>